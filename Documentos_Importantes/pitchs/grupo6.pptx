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EBACAF-037B-4C55-A138-6A91B81F87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B48126-610D-46B0-BAC1-52E0EBA277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39E20B-CF6B-47DE-A45B-80EFE4954F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1C11F7-60E0-4BD4-94D0-A352473891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3010DC-1F39-4EA1-BB63-D1DB1AD7F7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AFF211-0FC7-4308-976D-DF8AE259CD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367B37-D6D7-42A7-9091-DCE234F0D6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6E6963-099D-48B7-9661-4FB603CC5C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C3F5FD-9EF0-44FC-A4DF-63548BD010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37E1F6-31A8-4DC8-8509-7338C4188C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26EC96-7E02-4157-9738-22F66C136E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5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5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"/>
          <p:cNvPicPr/>
          <p:nvPr/>
        </p:nvPicPr>
        <p:blipFill>
          <a:blip r:embed="rId1"/>
          <a:stretch/>
        </p:blipFill>
        <p:spPr>
          <a:xfrm>
            <a:off x="0" y="0"/>
            <a:ext cx="16255800" cy="914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5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5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5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5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32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/>
          <p:cNvPicPr/>
          <p:nvPr/>
        </p:nvPicPr>
        <p:blipFill>
          <a:blip r:embed="rId2"/>
          <a:stretch/>
        </p:blipFill>
        <p:spPr>
          <a:xfrm>
            <a:off x="6689880" y="3636720"/>
            <a:ext cx="2814120" cy="26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pt-BR</dc:language>
  <cp:lastModifiedBy/>
  <dcterms:modified xsi:type="dcterms:W3CDTF">2026-06-28T14:51:12Z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